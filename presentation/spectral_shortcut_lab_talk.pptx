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spectral
shortcut
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8F0"/>
                </a:solidFill>
                <a:latin typeface="Calibri"/>
              </a:rPr>
              <a:t>lab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0E8F0"/>
                </a:solidFill>
                <a:latin typeface="Calibri"/>
              </a:rPr>
              <a:t>Krzysztof Dziuba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65D"/>
                </a:solidFill>
                <a:latin typeface="Calibri"/>
              </a:rPr>
              <a:t>Why end-to-end training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22222"/>
                </a:solidFill>
                <a:latin typeface="Calibri"/>
              </a:rPr>
              <a:t>in spectral-spatial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A mathematical diagnosis of why the same network does better when we DON'T train part of it — and what this means for FTIR / QCL classification.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(Joint paper #2; companion to the empirical results)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empirical paradox we keep running 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Calibri"/>
              </a:rPr>
              <a:t>Same architecture. Same data. Same training budget. Different test F1.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463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Test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End-to-end learned linear  (joint)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72C2C"/>
                </a:solidFill>
                <a:latin typeface="Calibri"/>
              </a:rPr>
              <a:t>0.675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the standard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Frozen random spectral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23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96A29"/>
                </a:solidFill>
                <a:latin typeface="Calibri"/>
              </a:rPr>
              <a:t>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23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even random beats joint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Frozen PCA-128 spectral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96A29"/>
                </a:solidFill>
                <a:latin typeface="Calibri"/>
              </a:rPr>
              <a:t>0.78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26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fixed but informative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Frozen pretrained spectral (Peak)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4290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8A4E"/>
                </a:solidFill>
                <a:latin typeface="Calibri"/>
              </a:rPr>
              <a:t>0.84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429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freeze + chemistry-aware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Frozen pretrained spectral (MLP)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9319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8A4E"/>
                </a:solidFill>
                <a:latin typeface="Calibri"/>
              </a:rPr>
              <a:t>0.90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31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freeze + 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Frozen pretrained spectral (Slidewin)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434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8A4E"/>
                </a:solidFill>
                <a:latin typeface="Calibri"/>
              </a:rPr>
              <a:t>0.95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34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best result we 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Fine-tuned pretrained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9377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72C2C"/>
                </a:solidFill>
                <a:latin typeface="Calibri"/>
              </a:rPr>
              <a:t>0.79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37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UNfreezing destroys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828800"/>
            <a:ext cx="4023360" cy="36576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65D"/>
                </a:solidFill>
                <a:latin typeface="Calibri"/>
              </a:rPr>
              <a:t>What this is telling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46888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Joint training underperforms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Random frozen beats joint by 3 points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Pretrained frozen wins by 30 points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Fine-tuning UNDOES the pretraining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Symptom: training procedure failing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Not the data, not the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setup — a compositional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Almost every spectral-spatial deep model has this shape: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377440" cy="12801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X ∈ R^(H × W × S)
for each pixel: a spectrum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2377440" cy="12801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E8C"/>
                </a:solidFill>
                <a:latin typeface="Calibri"/>
              </a:rPr>
              <a:t>f_θ  spectral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per-pixel  R^S → R^K
linear, small (C_f params)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011680"/>
            <a:ext cx="2377440" cy="12801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D96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6A29"/>
                </a:solidFill>
                <a:latin typeface="Calibri"/>
              </a:rPr>
              <a:t>g_φ  spatial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CNN / ViT / U-Net
big (C_g  ≫  C_f)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011680"/>
            <a:ext cx="2377440" cy="12801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E8A4E"/>
                </a:solidFill>
                <a:latin typeface="Calibri"/>
              </a:rPr>
              <a:t>ŷ 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per-pixel class
logits then softmax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971800" y="2514600"/>
            <a:ext cx="548640" cy="27432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89320" y="2514600"/>
            <a:ext cx="548640" cy="27432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006840" y="2514600"/>
            <a:ext cx="548640" cy="274320"/>
          </a:xfrm>
          <a:prstGeom prst="rightArrow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The key structural fact: capacity asymmetry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C_f  ≈  40,000  (linear, ~942 → 128)        C_g  ≈  13,000,000  (ViT + decoder)        ratio  C_g / C_f  ≈  325 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1247120" cy="100584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D96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6A29"/>
                </a:solidFill>
                <a:latin typeface="Calibri"/>
              </a:rPr>
              <a:t>The question we are answering: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why does training f_θ together with g_φ ("end-to-end") fail in a way that freezing f_θ fixes?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math intuition — the chain rule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Gradient flowing back to the spectral parameters factorizes into three pieces: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365D"/>
                </a:solidFill>
                <a:latin typeface="Cambria Math"/>
              </a:rPr>
              <a:t>∂L / ∂θ   =   ∂L/∂ŷ   ·   ∂ŷ/∂Z   ·   ∂Z/∂θ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72C2C"/>
                </a:solidFill>
                <a:latin typeface="Calibri"/>
              </a:rPr>
              <a:t>residual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96A29"/>
                </a:solidFill>
                <a:latin typeface="Calibri"/>
              </a:rPr>
              <a:t>spatial Jacobian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E8A4E"/>
                </a:solidFill>
                <a:latin typeface="Calibri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3657600" cy="2286000"/>
          </a:xfrm>
          <a:prstGeom prst="roundRect">
            <a:avLst/>
          </a:prstGeom>
          <a:solidFill>
            <a:srgbClr val="FFEEEE"/>
          </a:solidFill>
          <a:ln w="19050">
            <a:solidFill>
              <a:srgbClr val="B7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72C2C"/>
                </a:solidFill>
                <a:latin typeface="Calibri"/>
              </a:rPr>
              <a:t>1.  ∂L/∂ŷ  —  the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how wrong predictions are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softmax(ŷ) − 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when predictions get confident,
this goes to 0 EXPONENTIALLY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if this is 0, the whole product is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840480"/>
            <a:ext cx="3657600" cy="228600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D96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6A29"/>
                </a:solidFill>
                <a:latin typeface="Calibri"/>
              </a:rPr>
              <a:t>2.  ∂ŷ/∂Z  —  what g_φ wants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343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Jacobian of the spatial model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tells f_θ "give me features
looking like this"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depends on g_φ's current state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CHANGES every training step
→ moving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657600" cy="228600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3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8A4E"/>
                </a:solidFill>
                <a:latin typeface="Calibri"/>
              </a:rPr>
              <a:t>3.  ∂Z/∂θ  —  the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43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Z = Wᵀ X, so this is just X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the input spectrum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doesn't change during training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delivers signal at full 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Calibri"/>
              </a:rPr>
              <a:t>Key insight:  the gradient to the spectral module is killed at term 1.  Doesn't matter how good the other two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shortcut — easy answer crowds out the right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From Pezeshki et al. (NeurIPS 2021):  gradient descent picks the EASIEST separating boundary, not the most useful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20240"/>
            <a:ext cx="5577840" cy="4023360"/>
          </a:xfrm>
          <a:prstGeom prst="roundRect">
            <a:avLst/>
          </a:prstGeom>
          <a:solidFill>
            <a:srgbClr val="EEF1F7"/>
          </a:solidFill>
          <a:ln w="19050">
            <a:solidFill>
              <a:srgbClr val="2E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E8C"/>
                </a:solidFill>
                <a:latin typeface="Calibri"/>
              </a:rPr>
              <a:t>Pezeshki's two-moons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Two curved classes, almost linearly separable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GD finds the LINEAR boundary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Never finds the curved one — even though
   curved is more robust on held-out data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Mechanism:  linear feature has bigger
   eigenvalue in the NTK; the residual decays
   along it first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Weaker (curved) features get NO
   gradient signal after that — they starve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577840" cy="4023360"/>
          </a:xfrm>
          <a:prstGeom prst="roundRect">
            <a:avLst/>
          </a:prstGeom>
          <a:solidFill>
            <a:srgbClr val="FFF4E6"/>
          </a:solidFill>
          <a:ln w="19050">
            <a:solidFill>
              <a:srgbClr val="D96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6A29"/>
                </a:solidFill>
                <a:latin typeface="Calibri"/>
              </a:rPr>
              <a:t>Our spectroscopy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"Curved" = chemistry — subtle peak
   ratios, amide bands, lipid signatures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"Linear" = morphology — region size,
   tissue boundaries, density contrast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Joint training picks MORPHOLOGY because
   it's the bigger-eigenvalue feature in
   the high-capacity spatial module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Chemistry never gets the gradient it
   needs to specialize → spectral shortcut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Same mechanism, different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080760"/>
            <a:ext cx="11247120" cy="548640"/>
          </a:xfrm>
          <a:prstGeom prst="roundRect">
            <a:avLst/>
          </a:prstGeom>
          <a:solidFill>
            <a:srgbClr val="FFEEEE"/>
          </a:solidFill>
          <a:ln w="19050">
            <a:solidFill>
              <a:srgbClr val="B7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2C2C"/>
                </a:solidFill>
                <a:latin typeface="Calibri"/>
              </a:rPr>
              <a:t>This is why end-to-end training underperforms.  It's a structural property of compositional models with capacity asymmetry — not a hyperparameter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Preliminary results — what we're seeing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Calibri"/>
              </a:rPr>
              <a:t>1.  The loss landscape is GEOMETRICALLY ill-conditioned</a:t>
            </a:r>
          </a:p>
        </p:txBody>
      </p:sp>
      <p:pic>
        <p:nvPicPr>
          <p:cNvPr id="4" name="Picture 3" descr="exp1_1_paired_eigen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7607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1206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Spatial curvature (blue) grows 75× with capacity.  Spectral curvature (red) stays flat at ~0.02.  Condition number κ from 40 → 2,400.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852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SYNTHETIC DATA: per-pixel spectrum (R^64) + smooth class
patterns; CNN width D varied across 16 → 8192, 5 seeds.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  <a:latin typeface="Calibri"/>
              </a:rPr>
              <a:t>2.  Joint training collapses BELOW each modality's baseline</a:t>
            </a:r>
          </a:p>
        </p:txBody>
      </p:sp>
      <p:pic>
        <p:nvPicPr>
          <p:cNvPr id="8" name="Picture 7" descr="exp1_3v1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76072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1206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Left panel = Bayes-calibrated equal info.  Joint reaches 0.48 — below frozen (0.61), spectral-only (0.53), spatial-only (0.53).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852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SYNTHETIC DATA: spectral signal in u-direction, spatial signal
in orthogonal v-direction; α, β calibrated to give equal
per-modality baselines.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this goes — the paper and the prescription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577840" cy="4846320"/>
          </a:xfrm>
          <a:prstGeom prst="roundRect">
            <a:avLst/>
          </a:prstGeom>
          <a:solidFill>
            <a:srgbClr val="EEF1F7"/>
          </a:solidFill>
          <a:ln w="19050">
            <a:solidFill>
              <a:srgbClr val="2E5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E8C"/>
                </a:solidFill>
                <a:latin typeface="Calibri"/>
              </a:rPr>
              <a:t>What the paper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Theorem 1: condition number κ(G) ≥ Ω(C_g / C_f) —
   capacity asymmetry forces ill-conditioning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Theorem 2: under joint SGD the spectral module is
   GRADIENT-STARVED before it can specialize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EGR diagnostic: ‖∇_θ L‖ / ‖∇_φ L‖ during training —
   a real-time signal of the pathology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Synthetic verification (Exps 1.1–1.4)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Real-data link (FTIR / QCL companion paper)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577840" cy="484632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3E8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8A4E"/>
                </a:solidFill>
                <a:latin typeface="Calibri"/>
              </a:rPr>
              <a:t>The prescription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7452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FREEZE the spectral module —
   removes the timescale gap by construction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Or: PCA / fixed baseline injection —
   spatial sees stable input even if f_θ drifts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Track EGR during training —
   when it collapses, training is going wrong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Stop trying to learn everything at once —
   the math says you can't, on this architecture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Why it matters: every FTIR / QCL / Raman /
   hyperspectral paper using end-to-end joint
   training is losing performance on test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400800"/>
            <a:ext cx="11247120" cy="365760"/>
          </a:xfrm>
          <a:prstGeom prst="roundRect">
            <a:avLst/>
          </a:prstGeom>
          <a:solidFill>
            <a:srgbClr val="1A365D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64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One-line takeaway:  in spectral-spatial DL the math says don't train everything at once — freeze the spectral encoder and the test F1 goes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Spectral Shortcut Theory — lab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